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C91A6-39E9-E3B5-6467-E454CBA7D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B39F21-A73F-F0E1-0653-35BAE00FD4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8EBFEB-CDBE-CC33-1DB9-7AA70E191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5A2FF-A799-628A-FD1F-F05E62327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50BEA-80FD-1681-D658-42275BDA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35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AAB6D-2A38-5FAB-E529-4AA9294C9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B30BDE-A302-1E4C-5882-D297806551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DAB72-BA79-2846-E734-46176A60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0EEF3-51B6-D190-6F9D-6C2EA5E41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E9C5B-856A-D36F-BC71-A61FE74B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2577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3CF7E-BB85-8A4A-99CD-BD81B8A9B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2A7BB1-8BA2-7F11-6D7C-BFDB0C62EC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4E354-72E3-6914-C79A-392D749B16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A8489-2F0B-0E7F-D0F6-9C35C9D8B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3E74B-5E45-CC0F-A856-5C3F03B69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78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9554D-3554-DC0B-B153-173DF2AE3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7BC41-936C-15C1-87C6-8E3D10390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D239E9-5509-E343-ED20-19F1A7C3D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17CF51-9C88-5FE9-52E1-BA8E1C9E2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6975FB-3F6F-0C76-32FD-49AC4B6DC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6F613-4498-3566-7278-C50E5A112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02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DD68D-735A-63C5-014A-9C936575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2E94B8-A2A8-3D12-FEA1-25F8A8A40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3A34F-23DD-0AAC-F38E-280243849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F01C77-BE3E-38D1-AC99-76066C2A68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2EB030-AA67-5F55-DAC5-272160CD7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C9629-0EA1-7265-A917-F7B166D95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50966E-FC45-1845-E7B9-F49C2795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69C860-CC6B-66B7-F0EC-B6EAA54DE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95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564A-F93F-F9F7-A7EE-87417BFBD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FC9511B-56CE-3CE3-43F4-2C60DCC9F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CF6694-D7E4-B561-0413-DAC255E60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DC9EE-02E8-3F75-6135-25E53DC1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2756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CE5650-B85E-AC32-3392-012D73921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F7E7F6-8B2E-885E-A289-65216464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7815A5-BC68-6942-D437-8F4428D79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33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6DA08-C35A-081D-4829-4D86DE1F8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01FBB-B189-55C6-11F3-09F080B3D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36D60-8F90-634E-C314-00AEC00CE2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87A4FA-946F-293E-04D9-82F875D8C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7F8793-7905-E66F-EB37-CF9915700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EFC5EE-69AB-532C-6EE3-968C37E2A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456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73F6-BC75-30F7-5A18-917DAE07D5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DD8237-71A3-BF77-6C9E-643A666E09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AE8D31-515B-F76E-D247-A2CE8C3E9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526388-5E4A-9CF9-3C51-DD4396AF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B524E-3125-9626-978C-D5FE9FAC8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4C02DA-2703-A07B-F56D-CD5DC9540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249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486623-D9DE-4DFD-2D96-8D37A6467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709DA-BC3F-BAA8-936F-B6A51D3667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F04B4-9F40-68CB-ECB8-E8DE60048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DCAD8-4B21-78AE-B68C-C417C7C74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59314-27E5-17F5-7F5B-FB6F02606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285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18AB42-4DA4-8174-F5A2-FA0F19A45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CA2154-063D-7704-0A4E-5A3FE765C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F54C8-226B-1BB3-F939-FD683F2BE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4E4BA-E17B-9CC9-5279-09FE6AB31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01EC2-5A94-23AA-51DF-0338F0EEE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416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2B9EF-B1B0-36C1-9AFE-80BC1D4CC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AB4381-E4EC-5221-D2F9-89FFED662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9BE5C-2A51-5E14-8F36-5983D3DCF1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D285B-E944-09AE-1EDD-5F6C0DAFCF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D33F2-4AEF-2F66-8F13-273B71D317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03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80234&amp;picture=thank-you-text&amp;large=1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SE-Computer Science and Engineering">
            <a:extLst>
              <a:ext uri="{FF2B5EF4-FFF2-40B4-BE49-F238E27FC236}">
                <a16:creationId xmlns:a16="http://schemas.microsoft.com/office/drawing/2014/main" id="{0C522F5C-A85C-4A49-01FE-D29169E8A8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61" y="387144"/>
            <a:ext cx="11504623" cy="1323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300E21-3181-F08C-0025-531997D1E5C8}"/>
              </a:ext>
            </a:extLst>
          </p:cNvPr>
          <p:cNvSpPr txBox="1"/>
          <p:nvPr/>
        </p:nvSpPr>
        <p:spPr>
          <a:xfrm>
            <a:off x="1465006" y="2143432"/>
            <a:ext cx="905551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Study of NLP Models and Algorithms</a:t>
            </a:r>
            <a:endParaRPr lang="en-IN" sz="4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65A187-7707-5DA3-A498-E242F7AEE44B}"/>
              </a:ext>
            </a:extLst>
          </p:cNvPr>
          <p:cNvSpPr txBox="1"/>
          <p:nvPr/>
        </p:nvSpPr>
        <p:spPr>
          <a:xfrm>
            <a:off x="6833419" y="4050890"/>
            <a:ext cx="4454013" cy="1421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 Sri Sai Prasanna Durga (192424241)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DSA0307-Natural Language Processing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7F7E27-0639-14FA-67B2-B075BBDAB882}"/>
              </a:ext>
            </a:extLst>
          </p:cNvPr>
          <p:cNvSpPr txBox="1"/>
          <p:nvPr/>
        </p:nvSpPr>
        <p:spPr>
          <a:xfrm>
            <a:off x="904567" y="4391102"/>
            <a:ext cx="3097160" cy="96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Anbazhagan. K </a:t>
            </a:r>
          </a:p>
        </p:txBody>
      </p:sp>
    </p:spTree>
    <p:extLst>
      <p:ext uri="{BB962C8B-B14F-4D97-AF65-F5344CB8AC3E}">
        <p14:creationId xmlns:p14="http://schemas.microsoft.com/office/powerpoint/2010/main" val="2872582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A35716-5871-B339-80C7-F113BDB7051C}"/>
              </a:ext>
            </a:extLst>
          </p:cNvPr>
          <p:cNvSpPr txBox="1"/>
          <p:nvPr/>
        </p:nvSpPr>
        <p:spPr>
          <a:xfrm>
            <a:off x="3185652" y="294968"/>
            <a:ext cx="53290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B71926-F5AB-BAD9-5C21-C50D607339C1}"/>
              </a:ext>
            </a:extLst>
          </p:cNvPr>
          <p:cNvSpPr txBox="1"/>
          <p:nvPr/>
        </p:nvSpPr>
        <p:spPr>
          <a:xfrm>
            <a:off x="491613" y="1140542"/>
            <a:ext cx="6007511" cy="2297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What is NLP?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(NLP) is a branch of Artificial Intelligence that enables computers to understand, interpret, and generate human language. It combines linguistics, machine learning, and deep learning to process text and speech.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3D4F81-A371-9A80-913E-A8BAAB51FF17}"/>
              </a:ext>
            </a:extLst>
          </p:cNvPr>
          <p:cNvSpPr txBox="1"/>
          <p:nvPr/>
        </p:nvSpPr>
        <p:spPr>
          <a:xfrm>
            <a:off x="560439" y="3716594"/>
            <a:ext cx="4984955" cy="2712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Chatbots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Google Translate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Voice Assistants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Sentiment Analysis</a:t>
            </a:r>
          </a:p>
          <a:p>
            <a:pPr marL="0" marR="0" indent="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Spam Detection</a:t>
            </a:r>
          </a:p>
        </p:txBody>
      </p:sp>
      <p:pic>
        <p:nvPicPr>
          <p:cNvPr id="7" name="Picture 6" descr="https://images.openai.com/static-rsc-4/DBE12ba6MzEDZcy4a1vndZQ9YJaf9FOosPMIYhhxq3vM3HJyvhPnnaCOTmAMViVj6NDtGJPv--FmjTe85xhqj9a4wPY6WAjg693nDRSJm6DwnYbgcYKqnUIl6uwtkD73uuTlPau37RYfe0s0G2uGJFw5X96rIV9-fwoEh1z1WiuGTPuiFzAbUBYqsASGjQ_w?purpose=fullsize">
            <a:extLst>
              <a:ext uri="{FF2B5EF4-FFF2-40B4-BE49-F238E27FC236}">
                <a16:creationId xmlns:a16="http://schemas.microsoft.com/office/drawing/2014/main" id="{F6A27F32-46A8-FCE2-CD9C-3D6DEC46A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238" y="1896735"/>
            <a:ext cx="4227871" cy="3491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375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FB101B-2F64-D186-4D90-2DC76970BB88}"/>
              </a:ext>
            </a:extLst>
          </p:cNvPr>
          <p:cNvSpPr txBox="1"/>
          <p:nvPr/>
        </p:nvSpPr>
        <p:spPr>
          <a:xfrm>
            <a:off x="2340077" y="324466"/>
            <a:ext cx="7020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NLP MODELS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EB013A-2BFC-29F5-D9B6-DC17129ED84D}"/>
              </a:ext>
            </a:extLst>
          </p:cNvPr>
          <p:cNvSpPr/>
          <p:nvPr/>
        </p:nvSpPr>
        <p:spPr>
          <a:xfrm>
            <a:off x="757084" y="1494504"/>
            <a:ext cx="3401961" cy="273336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IN" sz="24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 of Words (</a:t>
            </a:r>
            <a:r>
              <a:rPr lang="en-IN" sz="2400" b="1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Counts word frequency.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 and simple.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Ignores word order.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5986FCD-B641-ADAB-DE08-4B3839BAEDD7}"/>
              </a:ext>
            </a:extLst>
          </p:cNvPr>
          <p:cNvSpPr/>
          <p:nvPr/>
        </p:nvSpPr>
        <p:spPr>
          <a:xfrm>
            <a:off x="6292645" y="1494504"/>
            <a:ext cx="3864077" cy="2644877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IN" sz="24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TF-IDF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Identifies important words.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Better than </a:t>
            </a:r>
            <a:r>
              <a:rPr lang="en-IN" dirty="0" err="1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document comparison.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08BC159-92AE-96AB-CFEB-9AA7CF530077}"/>
              </a:ext>
            </a:extLst>
          </p:cNvPr>
          <p:cNvSpPr/>
          <p:nvPr/>
        </p:nvSpPr>
        <p:spPr>
          <a:xfrm>
            <a:off x="3854245" y="4663088"/>
            <a:ext cx="3510116" cy="1600059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IN" sz="24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N-grams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Uses sequences of words.</a:t>
            </a:r>
          </a:p>
          <a:p>
            <a:pPr marL="285750" indent="-28575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Captures local context.</a:t>
            </a:r>
          </a:p>
        </p:txBody>
      </p:sp>
    </p:spTree>
    <p:extLst>
      <p:ext uri="{BB962C8B-B14F-4D97-AF65-F5344CB8AC3E}">
        <p14:creationId xmlns:p14="http://schemas.microsoft.com/office/powerpoint/2010/main" val="23057934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20FDD5-AA81-B0EF-B963-405CF0637688}"/>
              </a:ext>
            </a:extLst>
          </p:cNvPr>
          <p:cNvSpPr txBox="1"/>
          <p:nvPr/>
        </p:nvSpPr>
        <p:spPr>
          <a:xfrm>
            <a:off x="2517058" y="206478"/>
            <a:ext cx="663677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VS DEEP LEARNING MODELS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D8748E2-AC0D-90B2-1D42-322392B63649}"/>
              </a:ext>
            </a:extLst>
          </p:cNvPr>
          <p:cNvSpPr/>
          <p:nvPr/>
        </p:nvSpPr>
        <p:spPr>
          <a:xfrm>
            <a:off x="580103" y="1504335"/>
            <a:ext cx="4611329" cy="4951712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</a:t>
            </a:r>
          </a:p>
          <a:p>
            <a:pPr>
              <a:lnSpc>
                <a:spcPct val="150000"/>
              </a:lnSpc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Naive Bayes:</a:t>
            </a:r>
            <a:endParaRPr lang="en-IN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Fast and simple for text classification.</a:t>
            </a:r>
          </a:p>
          <a:p>
            <a:pPr marL="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Commonly used in spam detection.</a:t>
            </a:r>
          </a:p>
          <a:p>
            <a:pPr>
              <a:lnSpc>
                <a:spcPct val="150000"/>
              </a:lnSpc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(SVM):</a:t>
            </a:r>
            <a:endParaRPr lang="en-IN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accuracy for sentiment analysis and document classification.</a:t>
            </a:r>
          </a:p>
          <a:p>
            <a:pPr marL="0" lvl="1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Works well with high-dimensional text data.</a:t>
            </a:r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BEDED47-DFAF-C1BC-0B79-144B1A7BE169}"/>
              </a:ext>
            </a:extLst>
          </p:cNvPr>
          <p:cNvSpPr/>
          <p:nvPr/>
        </p:nvSpPr>
        <p:spPr>
          <a:xfrm>
            <a:off x="6489289" y="1602658"/>
            <a:ext cx="4611329" cy="477847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RNN (Recurrent Neural Network):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text sequentially.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Remembers previous words in a sentence.</a:t>
            </a:r>
          </a:p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(Long Short-Term Memory):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Solves the limitations of RNN.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Captures long-term dependencies in text.</a:t>
            </a:r>
          </a:p>
          <a:p>
            <a:pPr>
              <a:lnSpc>
                <a:spcPct val="150000"/>
              </a:lnSpc>
            </a:pP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897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FD8BE5-45D4-A197-9D09-70333EE67CBB}"/>
              </a:ext>
            </a:extLst>
          </p:cNvPr>
          <p:cNvSpPr txBox="1"/>
          <p:nvPr/>
        </p:nvSpPr>
        <p:spPr>
          <a:xfrm>
            <a:off x="3136490" y="688258"/>
            <a:ext cx="60173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6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CB5895-A04F-2294-53D2-4537C7355113}"/>
              </a:ext>
            </a:extLst>
          </p:cNvPr>
          <p:cNvSpPr txBox="1"/>
          <p:nvPr/>
        </p:nvSpPr>
        <p:spPr>
          <a:xfrm>
            <a:off x="894735" y="1238865"/>
            <a:ext cx="5201265" cy="462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BERT:</a:t>
            </a: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Reads text in both directions.</a:t>
            </a: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for text classification and question answering.</a:t>
            </a:r>
          </a:p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GPT:</a:t>
            </a: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human-like text.</a:t>
            </a: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in ChatGPT and content generation.</a:t>
            </a:r>
          </a:p>
          <a:p>
            <a:pPr marL="0" marR="0" indent="0" algn="l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2400" b="1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RoBERTa</a:t>
            </a: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version of BERT.</a:t>
            </a:r>
          </a:p>
          <a:p>
            <a:pPr marL="285750" marR="0" indent="-285750" algn="l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Higher performance on many NLP tasks.</a:t>
            </a:r>
          </a:p>
        </p:txBody>
      </p:sp>
      <p:pic>
        <p:nvPicPr>
          <p:cNvPr id="6" name="Picture 5" descr="A Beginner’s Guide to NLP Token Classification Tasks | by Laharivungarala | Apr, 2026 | Medium">
            <a:extLst>
              <a:ext uri="{FF2B5EF4-FFF2-40B4-BE49-F238E27FC236}">
                <a16:creationId xmlns:a16="http://schemas.microsoft.com/office/drawing/2014/main" id="{9E2BCFE7-AE3C-D238-6569-5BCC356473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885195"/>
            <a:ext cx="4719484" cy="3306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81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3A583A-A1B6-C64F-0FFB-554827CB55B4}"/>
              </a:ext>
            </a:extLst>
          </p:cNvPr>
          <p:cNvSpPr txBox="1"/>
          <p:nvPr/>
        </p:nvSpPr>
        <p:spPr>
          <a:xfrm>
            <a:off x="1061885" y="1946787"/>
            <a:ext cx="8091948" cy="30762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NLP enables computers to understand human language.</a:t>
            </a:r>
          </a:p>
          <a:p>
            <a:pPr marL="342900" marR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models (</a:t>
            </a:r>
            <a:r>
              <a:rPr lang="en-IN" sz="20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BoW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TF-IDF) are efficient for simple tasks.</a:t>
            </a:r>
          </a:p>
          <a:p>
            <a:pPr marL="342900" marR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(LSTM, GRU) improve context understanding.</a:t>
            </a:r>
          </a:p>
          <a:p>
            <a:pPr marL="342900" marR="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Transformer models (BERT, GPT) achieve the highest accuracy and power modern NLP applications.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276A1B-23D3-D3FF-A131-669FCD904B6A}"/>
              </a:ext>
            </a:extLst>
          </p:cNvPr>
          <p:cNvSpPr txBox="1"/>
          <p:nvPr/>
        </p:nvSpPr>
        <p:spPr>
          <a:xfrm>
            <a:off x="2595717" y="698091"/>
            <a:ext cx="65581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sz="36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493541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330736-B7D7-A004-9BAF-CBD6DE6CB3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2068" y="638107"/>
            <a:ext cx="10544862" cy="538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07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193</TotalTime>
  <Words>311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sudinasaiprasanna@gmail.com</dc:creator>
  <cp:lastModifiedBy>sudinasaiprasanna@gmail.com</cp:lastModifiedBy>
  <cp:revision>5</cp:revision>
  <dcterms:created xsi:type="dcterms:W3CDTF">2026-07-24T04:47:42Z</dcterms:created>
  <dcterms:modified xsi:type="dcterms:W3CDTF">2026-07-30T09:03:16Z</dcterms:modified>
</cp:coreProperties>
</file>